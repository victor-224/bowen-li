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设备点位坐标演示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1783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Demo + 现场备份 PPTX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1097280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31089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重点：</a:t>
            </a:r>
            <a:pPr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在平面图上点击物件即可对应 x / y 坐标（例如 B200）。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384048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打开地址：/presentation 或 /presentation-live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数据与可信度规则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Excel 是 TAG、尺寸、方向的权威来源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2057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2D Plan / PDF 仅提供近似位置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不允许猜测精确坐标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429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不确定项必须标记 approximate / unresolved + confidence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人工修改 x/y/rotation 后导出 corrected JSON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点击平面图点位 -&gt; 坐标结果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6949440" cy="4480560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5544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 2D click area (现场可在网页中直接点击)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920240" y="2286000"/>
            <a:ext cx="228600" cy="2286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94560" y="22402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B200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955280" y="1280160"/>
            <a:ext cx="3657600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1600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FD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示例坐标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0" y="2148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B200 -&gt; (x=8.20, y=4.70)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0" y="25603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status: approximate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0" y="2971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confidence: 0.52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现场使用建议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1) 首选网页: /presentation-live（最稳）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2) 备选网页: /presentation（Reveal.js）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3) 离线兜底: 下载并打开 equipment-demo-presentation.pptx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Hackathon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Equipment Coordinate Demo</dc:title>
  <dc:subject>Equipment coordinate demo</dc:subject>
  <dc:creator>Equipment Demo</dc:creator>
  <cp:lastModifiedBy>Equipment Demo</cp:lastModifiedBy>
  <cp:revision>1</cp:revision>
  <dcterms:created xsi:type="dcterms:W3CDTF">2026-04-16T15:15:01Z</dcterms:created>
  <dcterms:modified xsi:type="dcterms:W3CDTF">2026-04-16T15:15:01Z</dcterms:modified>
</cp:coreProperties>
</file>